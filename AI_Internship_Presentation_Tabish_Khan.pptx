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64592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20116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389120"/>
            <a:ext cx="1463040" cy="14630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80467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Aptos"/>
              </a:rPr>
              <a:t>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850392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Artificial Intelligence
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498079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0">
                <a:solidFill>
                  <a:srgbClr val="CBD5E1"/>
                </a:solidFill>
                <a:latin typeface="Aptos"/>
              </a:rPr>
              <a:t>Learning the concepts, tools and real-world applications of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Presented by: Tabish Khan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96128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Course: B.Tech CS (AI) | College: IILM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25896"/>
            <a:ext cx="5486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Internship Duration: 04 Aug 2026 – 04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172200"/>
            <a:ext cx="11887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200" b="0">
                <a:solidFill>
                  <a:srgbClr val="CBD5E1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Internship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 practical 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82296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Internship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301752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Artificial Intelligence (AI)
Understanding how machines learn, reason and assist people.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82296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Learning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58568"/>
            <a:ext cx="301752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Concepts + demonstrations + small practical activities using AI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82296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Main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58568"/>
            <a:ext cx="3017520" cy="10424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Responsible use of AI, problem-solving and real-world applications.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Aptos"/>
              </a:rPr>
              <a:t>Typical internship activities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241280" cy="1828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Introduction to AI, machine learning and generative AI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Exploring AI platforms and their features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Practising prompt writing and evaluating AI-generated results</a:t>
            </a:r>
          </a:p>
          <a:p>
            <a:pPr>
              <a:spcAft>
                <a:spcPts val="6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Completing a small AI-based task or mini-project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Internship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What the internship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82296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Understand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04288"/>
            <a:ext cx="4663440" cy="8138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Learn basic AI concepts, types and terminology.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82296" cy="1600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Explore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663440" cy="8138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Become familiar with commonly used AI platforms.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657600"/>
            <a:ext cx="82296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2219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Build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8"/>
            <a:ext cx="4663440" cy="8138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Practise problem-solving, research and prompt writing.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82296" cy="160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2219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Apply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15968"/>
            <a:ext cx="4663440" cy="8138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Connect AI concepts with practical use cases.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1">
                <a:solidFill>
                  <a:srgbClr val="12233F"/>
                </a:solidFill>
                <a:latin typeface="Aptos"/>
              </a:rPr>
              <a:t>Overall goal: gain a clear understanding of how AI can support people and organisations.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AI: Definition and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Artificial Intelligence enables computers to perform tasks that usually require human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64792"/>
            <a:ext cx="4709159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4709159" cy="6309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AI is a field of computer science that develops systems able to learn from data, recognise patterns, understand language and make predictions or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Aptos"/>
              </a:rPr>
              <a:t>Common uses of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840480"/>
            <a:ext cx="82296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0507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98848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Personalised learning, tutoring and study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8404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840480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400507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498848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Medical image analysis and support for clinical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8404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3840480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005072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Banking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498848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Fraud detection and customer-service chatbots.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892040"/>
            <a:ext cx="82296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56631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50407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Route planning and driver-assistance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89204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892040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056631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Business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50407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Forecasting, automation and customer insights.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89204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892040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5056631"/>
            <a:ext cx="3017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Daily Life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550407"/>
            <a:ext cx="3017520" cy="8229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Voice assistants, translation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AI Tools and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Examples of tools used for learning, creating and analysing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82296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7335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Conversational AI for explanations, brainstorming, summaries and drafting.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82296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Google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8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AI assistant for research support, writing and multimodal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175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17520"/>
            <a:ext cx="82296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82112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75887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AI assistance across productivity and work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82296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82112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Canva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75887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Design support for presentations, images and visual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79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26279"/>
            <a:ext cx="82296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9087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Teachable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84647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Beginner-friendly experiments with image, sound and pose recognition.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26279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526279"/>
            <a:ext cx="82296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90871"/>
            <a:ext cx="46634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Python libraries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84647"/>
            <a:ext cx="4663440" cy="4480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Tools such as scikit-learn and TensorFlow for machine-learning projects.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172200"/>
            <a:ext cx="10424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Note: Tool features and availability may change; always verify important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Benefits and Limitations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AI is powerful, but it should be used thoughtfully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4709159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709159" cy="3602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• Saves time by automating repetitive tasks
• Can analyse large amounts of data quickly
• Supports learning and accessibility
• Helps identify patterns and make predictions
• Can improve productivity and consistency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82296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19072"/>
            <a:ext cx="4709159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12233F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12848"/>
            <a:ext cx="4709159" cy="3602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• May produce incorrect or biased results
• Depends on data quality and availability
• Can raise privacy and security concerns
• Some systems are costly to develop and maintain
• Human review and accountability are still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Responsible Use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Good practices while working with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Verify important facts using reliable sources.</a:t>
            </a:r>
          </a:p>
          <a:p>
            <a:pPr>
              <a:spcAft>
                <a:spcPts val="18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Do not enter passwords, private records or sensitive personal information into public AI tools.</a:t>
            </a:r>
          </a:p>
          <a:p>
            <a:pPr>
              <a:spcAft>
                <a:spcPts val="18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Check for unfair bias and consider different viewpoints.</a:t>
            </a:r>
          </a:p>
          <a:p>
            <a:pPr>
              <a:spcAft>
                <a:spcPts val="18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Respect copyright, academic rules and the work of others.</a:t>
            </a:r>
          </a:p>
          <a:p>
            <a:pPr>
              <a:spcAft>
                <a:spcPts val="18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Use AI as an assistant — apply your own understanding and judgement.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149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Responsible AI = useful technology + human judgement + accountability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By the end of the internship, a learner should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241280" cy="4114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Explain AI and describe its major applications.</a:t>
            </a:r>
          </a:p>
          <a:p>
            <a:pPr>
              <a:spcAft>
                <a:spcPts val="20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Identify common AI tools and choose an appropriate tool for a task.</a:t>
            </a:r>
          </a:p>
          <a:p>
            <a:pPr>
              <a:spcAft>
                <a:spcPts val="20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Write clear prompts and review AI-generated responses.</a:t>
            </a:r>
          </a:p>
          <a:p>
            <a:pPr>
              <a:spcAft>
                <a:spcPts val="20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Understand key benefits, limitations and ethical concerns.</a:t>
            </a:r>
          </a:p>
          <a:p>
            <a:pPr>
              <a:spcAft>
                <a:spcPts val="2000"/>
              </a:spcAft>
              <a:defRPr sz="2100">
                <a:solidFill>
                  <a:srgbClr val="1E293B"/>
                </a:solidFill>
                <a:latin typeface="Aptos"/>
              </a:defRPr>
            </a:pPr>
            <a:r>
              <a:t>Plan or demonstrate a simple AI-based activity or mini-project.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149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12233F"/>
                </a:solidFill>
                <a:latin typeface="Aptos"/>
              </a:rPr>
              <a:t>Key takeaway: AI skills combine technical awareness, critical thinking and responsible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96012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9875520" cy="1828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300" b="0">
                <a:solidFill>
                  <a:srgbClr val="FFFFFF"/>
                </a:solidFill>
                <a:latin typeface="Aptos"/>
              </a:rPr>
              <a:t>Artificial Intelligence is transforming the way we learn, work and solve problems. This internship provides a foundation in AI concepts and tools, while highlighting the importance of accuracy, ethics and human supervision.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51960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22D3EE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98348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Apto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12233F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Suggested sources for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35661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IBM — What is Artificial Intelligence?  https://www.ibm.com/think/topics/artificial-intelligence</a:t>
            </a:r>
          </a:p>
          <a:p>
            <a:pPr>
              <a:spcAft>
                <a:spcPts val="2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Google AI — Learn about AI.  https://ai.google/</a:t>
            </a:r>
          </a:p>
          <a:p>
            <a:pPr>
              <a:spcAft>
                <a:spcPts val="2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Microsoft Learn — AI learning resources.  https://learn.microsoft.com/ai/</a:t>
            </a:r>
          </a:p>
          <a:p>
            <a:pPr>
              <a:spcAft>
                <a:spcPts val="2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Google Teachable Machine — https://teachablemachine.withgoogle.com/</a:t>
            </a:r>
          </a:p>
          <a:p>
            <a:pPr>
              <a:spcAft>
                <a:spcPts val="2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OpenAI — ChatGPT overview.  https://openai.com/chatgpt/overview/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150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Note: This is a general presentation template. Add your actual organisation, mentor, dates and project details before presenting.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