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Internship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Tabish Khan</a:t>
            </a:r>
          </a:p>
          <a:p>
            <a:r>
              <a:t>Artificial Intelligence Intern</a:t>
            </a:r>
          </a:p>
          <a:p>
            <a:r>
              <a:t>Codec Technologies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Tabish Khan</a:t>
            </a:r>
          </a:p>
          <a:p>
            <a:r>
              <a:t>Internship Domain: Artificial Intelligence</a:t>
            </a:r>
          </a:p>
          <a:p>
            <a:r>
              <a:t>Duration: 1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AICTE &amp; ICAC Approved Internship Program conducted by Codec Technologies Pvt. Ltd.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AI concepts and gaining practical exposure to Artificial Intelligence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AI concepts</a:t>
            </a:r>
          </a:p>
          <a:p>
            <a:r>
              <a:t>Explore AI tools</a:t>
            </a:r>
          </a:p>
          <a:p>
            <a:r>
              <a:t>Develop problem-solving skills</a:t>
            </a:r>
          </a:p>
          <a:p>
            <a:r>
              <a:t>Gain industry exposure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</a:t>
            </a:r>
          </a:p>
          <a:p>
            <a:r>
              <a:t>Machine Learning Basics</a:t>
            </a:r>
          </a:p>
          <a:p>
            <a:r>
              <a:t>AI Applications</a:t>
            </a:r>
          </a:p>
          <a:p>
            <a:r>
              <a:t>Research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AI Fundamentals</a:t>
            </a:r>
          </a:p>
          <a:p>
            <a:r>
              <a:t>Practical Activities</a:t>
            </a:r>
          </a:p>
          <a:p>
            <a:r>
              <a:t>Assignments and Assessments</a:t>
            </a:r>
          </a:p>
          <a:p>
            <a:r>
              <a:t>Project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of AI technologies</a:t>
            </a:r>
          </a:p>
          <a:p>
            <a:r>
              <a:t>Analytical thinking</a:t>
            </a:r>
          </a:p>
          <a:p>
            <a:r>
              <a:t>Technical knowledge</a:t>
            </a:r>
          </a:p>
          <a:p>
            <a:r>
              <a:t>Industry awareness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Intern</a:t>
            </a:r>
          </a:p>
          <a:p>
            <a:r>
              <a:t>Duration: 04/08/2026 to 04/09/2026</a:t>
            </a:r>
          </a:p>
          <a:p>
            <a:r>
              <a:t>Codec Technologies Pvt. Ltd.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Tabish Khan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